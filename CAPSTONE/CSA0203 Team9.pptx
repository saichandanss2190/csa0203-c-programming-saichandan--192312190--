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2" y="10675453"/>
            <a:ext cx="20200057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3"/>
          </a:xfrm>
          <a:prstGeom prst="rect">
            <a:avLst/>
          </a:prstGeom>
        </p:spPr>
        <p:txBody>
          <a:bodyPr numCol="1" spcCol="38100"/>
          <a:lstStyle>
            <a:lvl1pPr marL="131850" indent="37172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Relationship Id="rId3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Relationship Id="rId3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esented by:…"/>
          <p:cNvSpPr txBox="1"/>
          <p:nvPr>
            <p:ph type="body" sz="quarter" idx="1"/>
          </p:nvPr>
        </p:nvSpPr>
        <p:spPr>
          <a:xfrm>
            <a:off x="13568751" y="8566007"/>
            <a:ext cx="11214976" cy="4349233"/>
          </a:xfrm>
          <a:prstGeom prst="rect">
            <a:avLst/>
          </a:prstGeom>
        </p:spPr>
        <p:txBody>
          <a:bodyPr/>
          <a:lstStyle/>
          <a:p>
            <a:pPr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by:</a:t>
            </a:r>
          </a:p>
          <a:p>
            <a:pPr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S.S.Sai Chandan(192312190)</a:t>
            </a:r>
          </a:p>
          <a:p>
            <a:pPr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M.Charan Teja Reddy(192312232)</a:t>
            </a:r>
          </a:p>
          <a:p>
            <a:pPr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Obulesh(192312243)</a:t>
            </a:r>
          </a:p>
        </p:txBody>
      </p:sp>
      <p:sp>
        <p:nvSpPr>
          <p:cNvPr id="172" name="Integrated Blood Bank Management and Emergency Blood Allocation System Using C"/>
          <p:cNvSpPr txBox="1"/>
          <p:nvPr>
            <p:ph type="title"/>
          </p:nvPr>
        </p:nvSpPr>
        <p:spPr>
          <a:xfrm>
            <a:off x="1206496" y="-1429767"/>
            <a:ext cx="21971008" cy="9999789"/>
          </a:xfrm>
          <a:prstGeom prst="rect">
            <a:avLst/>
          </a:prstGeom>
        </p:spPr>
        <p:txBody>
          <a:bodyPr anchor="ctr"/>
          <a:lstStyle/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93191">
              <a:lnSpc>
                <a:spcPct val="100000"/>
              </a:lnSpc>
              <a:defRPr b="0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 defTabSz="393191">
              <a:lnSpc>
                <a:spcPct val="100000"/>
              </a:lnSpc>
              <a:defRPr i="1" spc="0" sz="6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Railway Ticket Reservation and Passenger Management System with Seat Allocation and Cancellation Using Structures and File Processing</a:t>
            </a:r>
          </a:p>
          <a:p>
            <a:pPr defTabSz="393191">
              <a:lnSpc>
                <a:spcPct val="100000"/>
              </a:lnSpc>
              <a:defRPr b="0" spc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173" name="object 6" descr="object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0352" y="1011000"/>
            <a:ext cx="14849091" cy="2276145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Course Faculty: Dr.S.K.Saravanan"/>
          <p:cNvSpPr txBox="1"/>
          <p:nvPr/>
        </p:nvSpPr>
        <p:spPr>
          <a:xfrm>
            <a:off x="1296130" y="8716088"/>
            <a:ext cx="10485647" cy="190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Guided by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Dr.S.K.Saravanan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NTRODUCTION"/>
          <p:cNvSpPr txBox="1"/>
          <p:nvPr>
            <p:ph type="title"/>
          </p:nvPr>
        </p:nvSpPr>
        <p:spPr>
          <a:xfrm>
            <a:off x="1206499" y="1077359"/>
            <a:ext cx="21971002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77" name="Blood is a critical resource required for surgeries, accidents, emergency care, and various medical treatments.…"/>
          <p:cNvSpPr txBox="1"/>
          <p:nvPr>
            <p:ph type="body" idx="1"/>
          </p:nvPr>
        </p:nvSpPr>
        <p:spPr>
          <a:xfrm>
            <a:off x="1206500" y="2935737"/>
            <a:ext cx="21971002" cy="9000057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Railways are one of the most widely used modes of transportation, making an efficient ticket reservation and passenger management system essential.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reservation methods involve manual work and may lead to booking errors, seat allocation issues, and delays in ticket cancellation.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uses C programming, structures to store passenger details, and file processing to save and retrieve reservation records efficiently.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provides fast ticket booking, automatic seat allocation, easy ticket cancellation, and accurate passenger record management, improving the overall efficiency of railway reservation services.</a:t>
            </a:r>
          </a:p>
        </p:txBody>
      </p:sp>
      <p:pic>
        <p:nvPicPr>
          <p:cNvPr id="178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23460"/>
            <a:ext cx="2019302" cy="2133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ROBLEM STATEMENT"/>
          <p:cNvSpPr txBox="1"/>
          <p:nvPr>
            <p:ph type="title"/>
          </p:nvPr>
        </p:nvSpPr>
        <p:spPr>
          <a:xfrm>
            <a:off x="1206500" y="1079499"/>
            <a:ext cx="21971000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82" name="Many blood banks still rely on manual or semi-automated systems, leading to inefficient record management.…"/>
          <p:cNvSpPr txBox="1"/>
          <p:nvPr>
            <p:ph type="body" idx="1"/>
          </p:nvPr>
        </p:nvSpPr>
        <p:spPr>
          <a:xfrm>
            <a:off x="1206499" y="3209917"/>
            <a:ext cx="21971002" cy="9626356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ticket booking is slow and error-prone.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Seat allocation may become inaccurate or duplicated.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Managing passenger records manually is difficult.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Ticket cancellation and record updates take time.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may be lost without proper file storage.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automated system is needed for efficient reservation and passenger management.</a:t>
            </a:r>
          </a:p>
        </p:txBody>
      </p:sp>
      <p:pic>
        <p:nvPicPr>
          <p:cNvPr id="183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EXISTING SYSTEM"/>
          <p:cNvSpPr txBox="1"/>
          <p:nvPr>
            <p:ph type="title"/>
          </p:nvPr>
        </p:nvSpPr>
        <p:spPr>
          <a:xfrm>
            <a:off x="1206500" y="1079499"/>
            <a:ext cx="21971000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EXISTING SYSTEM</a:t>
            </a:r>
          </a:p>
        </p:txBody>
      </p:sp>
      <p:sp>
        <p:nvSpPr>
          <p:cNvPr id="187" name="Most blood banks use manual registers or basic database systems to maintain donor and blood stock records.…"/>
          <p:cNvSpPr txBox="1"/>
          <p:nvPr>
            <p:ph type="body" idx="1"/>
          </p:nvPr>
        </p:nvSpPr>
        <p:spPr>
          <a:xfrm>
            <a:off x="1206500" y="2968321"/>
            <a:ext cx="21971000" cy="953619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Existing railway reservation systems rely on manual procedures or basic computerized applications.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Seat allocation is not fully optimized, which may lead to booking conflicts and inefficient utilization of available seats.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Ticket cancellation and record modification require additional processing time.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Reservation data management and retrieval are less efficient due to limited file handling capabilities.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existing system lacks an integrated approach for efficient passenger management, seat allocation, and secure record maintenance.</a:t>
            </a:r>
          </a:p>
        </p:txBody>
      </p:sp>
      <p:pic>
        <p:nvPicPr>
          <p:cNvPr id="188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ROPOSED SYSTEM"/>
          <p:cNvSpPr txBox="1"/>
          <p:nvPr>
            <p:ph type="title"/>
          </p:nvPr>
        </p:nvSpPr>
        <p:spPr>
          <a:xfrm>
            <a:off x="1206500" y="1079499"/>
            <a:ext cx="21971000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192" name="Automates blood bank management using C programming.…"/>
          <p:cNvSpPr txBox="1"/>
          <p:nvPr>
            <p:ph type="body" idx="1"/>
          </p:nvPr>
        </p:nvSpPr>
        <p:spPr>
          <a:xfrm>
            <a:off x="1206499" y="3158174"/>
            <a:ext cx="21971002" cy="9536195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proposed system automates railway ticket reservation and passenger management using C programming.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structures to efficiently store and manage passenger and reservation details.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File processing ensures secure storage and easy retrieval of reservation records.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provides automatic seat allocation based on seat availability.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supports quick ticket cancellation and updates seat availability instantly.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5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proposed system improves accuracy, reduces manual effort, and enhances the overall efficiency of railway reservation operations.</a:t>
            </a:r>
          </a:p>
        </p:txBody>
      </p:sp>
      <p:pic>
        <p:nvPicPr>
          <p:cNvPr id="193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Box 5"/>
          <p:cNvSpPr txBox="1"/>
          <p:nvPr/>
        </p:nvSpPr>
        <p:spPr>
          <a:xfrm>
            <a:off x="4870174" y="1243804"/>
            <a:ext cx="14928575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 1</a:t>
            </a:r>
            <a:r>
              <a:rPr b="0"/>
              <a:t>:Train &amp; Seat Availability Management</a:t>
            </a:r>
          </a:p>
        </p:txBody>
      </p:sp>
      <p:sp>
        <p:nvSpPr>
          <p:cNvPr id="199" name="TextBox 8"/>
          <p:cNvSpPr txBox="1"/>
          <p:nvPr/>
        </p:nvSpPr>
        <p:spPr>
          <a:xfrm>
            <a:off x="2584173" y="3646171"/>
            <a:ext cx="17771166" cy="10455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 Registration </a:t>
            </a:r>
            <a:r>
              <a:rPr b="0"/>
              <a:t>: Add new trains with unique train numbers.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 Modification </a:t>
            </a:r>
            <a:r>
              <a:rPr b="0"/>
              <a:t>: Update train name, route, or seat capacity.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 Deletion </a:t>
            </a:r>
            <a:r>
              <a:rPr b="0"/>
              <a:t>: Remove a train from the system when required.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 Search </a:t>
            </a:r>
            <a:r>
              <a:rPr b="0"/>
              <a:t>:Search trains using train number, source, or destination.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Route Management </a:t>
            </a:r>
            <a:r>
              <a:rPr b="0"/>
              <a:t>: Maintain source and destination details for each train.</a:t>
            </a:r>
            <a:endParaRPr b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Box 5"/>
          <p:cNvSpPr txBox="1"/>
          <p:nvPr/>
        </p:nvSpPr>
        <p:spPr>
          <a:xfrm>
            <a:off x="4015409" y="1232976"/>
            <a:ext cx="14968330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 2 </a:t>
            </a:r>
            <a:r>
              <a:rPr b="0"/>
              <a:t>: Passenger Registration &amp; Ticket Booking</a:t>
            </a:r>
          </a:p>
        </p:txBody>
      </p:sp>
      <p:sp>
        <p:nvSpPr>
          <p:cNvPr id="204" name="TextBox 6"/>
          <p:cNvSpPr txBox="1"/>
          <p:nvPr/>
        </p:nvSpPr>
        <p:spPr>
          <a:xfrm>
            <a:off x="1451114" y="3355880"/>
            <a:ext cx="21977738" cy="1417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Passenger Registration </a:t>
            </a:r>
            <a:r>
              <a:rPr b="0"/>
              <a:t>: Register passengers by collecting their personal details.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Passenger ID Generation </a:t>
            </a:r>
            <a:r>
              <a:rPr b="0"/>
              <a:t>: Assign a unique ID to each passenger.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Passenger Name </a:t>
            </a:r>
            <a:r>
              <a:rPr b="0"/>
              <a:t>:Store the passenger's full name.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Age and Gender </a:t>
            </a:r>
            <a:r>
              <a:rPr b="0"/>
              <a:t>: Record age and gender for each passenger.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Contact Details </a:t>
            </a:r>
            <a:r>
              <a:rPr b="0"/>
              <a:t>:Store the passenger's phone number or contact information.</a:t>
            </a:r>
            <a:endParaRPr b="0"/>
          </a:p>
          <a:p>
            <a:pPr marL="685800" indent="-685800">
              <a:buSzPct val="100000"/>
              <a:buFont typeface="Arial"/>
              <a:buChar char="•"/>
            </a:pP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5"/>
          <p:cNvSpPr txBox="1"/>
          <p:nvPr/>
        </p:nvSpPr>
        <p:spPr>
          <a:xfrm>
            <a:off x="3737112" y="1404238"/>
            <a:ext cx="16896524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 3</a:t>
            </a:r>
            <a:r>
              <a:rPr b="0"/>
              <a:t>:Ticket Cancellation &amp; Reservation Record Management</a:t>
            </a:r>
          </a:p>
        </p:txBody>
      </p:sp>
      <p:sp>
        <p:nvSpPr>
          <p:cNvPr id="209" name="TextBox 6"/>
          <p:cNvSpPr txBox="1"/>
          <p:nvPr/>
        </p:nvSpPr>
        <p:spPr>
          <a:xfrm>
            <a:off x="2484781" y="3266230"/>
            <a:ext cx="21428766" cy="8621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Ticket Search</a:t>
            </a:r>
            <a:r>
              <a:rPr b="0"/>
              <a:t> : Find a reservation using ticket number or passenger ID.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Cancellation Request</a:t>
            </a:r>
            <a:r>
              <a:rPr b="0"/>
              <a:t> :Allow passengers to request cancellation of a booked ticket.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Ticket Verification</a:t>
            </a:r>
            <a:r>
              <a:rPr b="0"/>
              <a:t> :Verify the ticket details before processing cancellation.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Passenger Verification</a:t>
            </a:r>
            <a:r>
              <a:rPr b="0"/>
              <a:t> :Confirm that the passenger information matches the reservation.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Cancellation Confirmation</a:t>
            </a:r>
            <a:r>
              <a:rPr b="0"/>
              <a:t> :Confirm the cancellation after successful processing. </a:t>
            </a:r>
            <a:endParaRPr b="0"/>
          </a:p>
          <a:p>
            <a:pPr marL="685800" indent="-685800">
              <a:buSzPct val="100000"/>
              <a:buFont typeface="Arial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Seat Release</a:t>
            </a:r>
            <a:r>
              <a:rPr b="0"/>
              <a:t> : Make the cancelled seat available for another passenger. 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BLOCK DIAGRAM"/>
          <p:cNvSpPr txBox="1"/>
          <p:nvPr>
            <p:ph type="title"/>
          </p:nvPr>
        </p:nvSpPr>
        <p:spPr>
          <a:xfrm>
            <a:off x="1206500" y="1079499"/>
            <a:ext cx="21971000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BLOCK DIAGRAM</a:t>
            </a:r>
          </a:p>
        </p:txBody>
      </p:sp>
      <p:pic>
        <p:nvPicPr>
          <p:cNvPr id="212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WhatsApp Image 2026-07-30 at 10.08.15.jpeg" descr="WhatsApp Image 2026-07-30 at 10.08.15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20755" y="2610405"/>
            <a:ext cx="16142489" cy="107616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NCLUSION"/>
          <p:cNvSpPr txBox="1"/>
          <p:nvPr>
            <p:ph type="title"/>
          </p:nvPr>
        </p:nvSpPr>
        <p:spPr>
          <a:xfrm>
            <a:off x="1206500" y="1079499"/>
            <a:ext cx="21971000" cy="1433167"/>
          </a:xfrm>
          <a:prstGeom prst="rect">
            <a:avLst/>
          </a:prstGeom>
        </p:spPr>
        <p:txBody>
          <a:bodyPr/>
          <a:lstStyle>
            <a:lvl1pPr algn="ctr">
              <a:defRPr i="1" spc="-200" sz="7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17" name="It automates donor management, blood inventory tracking, and emergency blood allocation, reducing manual effort and errors.…"/>
          <p:cNvSpPr txBox="1"/>
          <p:nvPr>
            <p:ph type="body" idx="1"/>
          </p:nvPr>
        </p:nvSpPr>
        <p:spPr>
          <a:xfrm>
            <a:off x="1206499" y="3708476"/>
            <a:ext cx="21971002" cy="9578037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automates ticket booking, passenger record management, seat allocation, and ticket cancellation using C programming.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reduces manual effort, minimizes booking errors, and improves the overall efficiency of railway reservation operations.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Overall, the proposed system offers a simple, accurate, and user-friendly solution for effective passenger and ticket management.</a:t>
            </a:r>
          </a:p>
        </p:txBody>
      </p:sp>
      <p:pic>
        <p:nvPicPr>
          <p:cNvPr id="218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WhatsApp Image 2026-08-27 at 09.54.10.jpeg" descr="WhatsApp Image 2026-08-27 at 09.54.10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5530" t="0" r="0" b="0"/>
          <a:stretch>
            <a:fillRect/>
          </a:stretch>
        </p:blipFill>
        <p:spPr>
          <a:xfrm>
            <a:off x="13192246" y="3134951"/>
            <a:ext cx="10760445" cy="8606041"/>
          </a:xfrm>
          <a:prstGeom prst="rect">
            <a:avLst/>
          </a:prstGeom>
        </p:spPr>
      </p:pic>
      <p:pic>
        <p:nvPicPr>
          <p:cNvPr id="222" name="WhatsApp Image 2026-08-27 at 09.54.09.jpeg" descr="WhatsApp Image 2026-08-27 at 09.54.09.jpeg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92855" y="3148483"/>
            <a:ext cx="11438636" cy="8578976"/>
          </a:xfrm>
          <a:prstGeom prst="rect">
            <a:avLst/>
          </a:prstGeom>
        </p:spPr>
      </p:pic>
      <p:sp>
        <p:nvSpPr>
          <p:cNvPr id="223" name="GEOTAG PHOTOS:"/>
          <p:cNvSpPr txBox="1"/>
          <p:nvPr/>
        </p:nvSpPr>
        <p:spPr>
          <a:xfrm>
            <a:off x="1615779" y="1377239"/>
            <a:ext cx="5369720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GEOTAG PHOTOS: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HANK YOU"/>
          <p:cNvSpPr txBox="1"/>
          <p:nvPr>
            <p:ph type="title"/>
          </p:nvPr>
        </p:nvSpPr>
        <p:spPr>
          <a:xfrm>
            <a:off x="1206494" y="4533900"/>
            <a:ext cx="21971008" cy="4648200"/>
          </a:xfrm>
          <a:prstGeom prst="rect">
            <a:avLst/>
          </a:prstGeom>
        </p:spPr>
        <p:txBody>
          <a:bodyPr/>
          <a:lstStyle>
            <a:lvl1pPr algn="ctr">
              <a:defRPr b="1" i="1" spc="-300" sz="11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226" name="WhatsApp Image 2026-07-30 at 10.04.29.jpeg" descr="WhatsApp Image 2026-07-30 at 10.04.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5147" y="393310"/>
            <a:ext cx="2019301" cy="196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WhatsApp Image 2026-07-30 at 10.04.29 (1).jpeg" descr="WhatsApp Image 2026-07-30 at 10.04.29 (1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50100" y="310760"/>
            <a:ext cx="2019302" cy="2133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